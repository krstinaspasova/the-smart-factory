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638544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Smart Factory Operations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CCCCC"/>
                </a:solidFill>
              </a:rPr>
              <a:t>Multi-Agent AI System for IPC Fleet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94E1B"/>
                </a:solidFill>
              </a:rPr>
              <a:t>LangGraph  ·  Claude (Anthropic)  ·  Streamlit  ·  LangFuse  · 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Jelmer Blaas  |  Itility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IPC fleet at scale — guesswork is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E1B"/>
                </a:solidFill>
              </a:rPr>
              <a:t>Context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Hundreds of IPCs across pizza lines in Europe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Each IPC monitors cheese distribution with computer vision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Initial rollout: over-provisioned hardware for safety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Now: prove the system works → right-size the fleet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Key Questions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Which IPCs are consistently under-utilised?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Which are approaching dangerous load levels?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Which are healthy → no action needed?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What actions should be prioritised fleet-wide?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• How do we avoid repeating rejected decisions?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846320"/>
            <a:ext cx="5486400" cy="137160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892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CONSTRAINT: All recommendations must be reviewed and approved by a human operator before any action is persisted.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4-agent LangGraph supervisor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280160"/>
            <a:ext cx="3566160" cy="100584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Orchestrator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routes · HITL gate · session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2004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73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Fleet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read-only sensor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32004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273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Recommendation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urgency scores &amp; proposals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200400"/>
            <a:ext cx="3200400" cy="9144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273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Memory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SQLite decisions &amp; prefs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32004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CSV Sensor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02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220k rows · pandas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754880"/>
            <a:ext cx="32004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800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classifier.pkl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02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sklearn DT (offline trained)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754880"/>
            <a:ext cx="32004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SQLite memory.db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102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decisions · preferences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82880"/>
            <a:ext cx="356616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74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Streamlit Chat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EDA first — everything else follows from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669280" cy="36576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           Type    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669280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IPC              string   IPC identifier (e.g. ITLT4301)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6692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Factory     int      Factory ID 1–5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669280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             date     DD/MM/YYYY — 61 days (May–Jun 2021)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56692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24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AvgValue         float    Mean CPU usage (MHz)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669280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CpuMHz           mixed    Rated clock — some multi-CPU strings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56692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MetricId         string   Always CpuUsageMHz → drop at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34440"/>
            <a:ext cx="530352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Key EDA Findings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220,294 rows across 4,261 unique IPCs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5 factories · 61-day date range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AvgValue / CpuMHz × 100 = utilisation %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Distribution is right-skewed → use p95, not mean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AvgValue, MinValue, MaxValue are highly collinear (ρ≈0.9+) → use AvgValue only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Factory 5 outlier: ITLT1593 reports &gt;300,000 MHz on a 9,600 MHz CPU → excluded from training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261 rows have composite CpuMHz strings → extract first numeric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Classifier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Data-mined thresholds, not guesswork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" cy="6858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69848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One row per IPC: cpu_avg, cpu_p95, cpu_max, days_observed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548640" cy="6858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148840"/>
            <a:ext cx="1069848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KMeans (k=4)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StandardScaler → cluster into 4 natural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48640" cy="6858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063240"/>
            <a:ext cx="1069848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Label Clusters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546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Inspect centroids → assign: underutilised / healthy / at-risk / overloaded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40"/>
            <a:ext cx="548640" cy="68580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977640"/>
            <a:ext cx="1069848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Decision 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0690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DecisionTreeClassifier(max_depth=3) on cluster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548640" cy="68580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892040"/>
            <a:ext cx="1069848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983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export_text() → classifier.pkl + scaler.pkl + tree_rules.txt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52160"/>
            <a:ext cx="11430000" cy="7772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● underutilised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72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cpu_p95 &lt; 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● healthy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6172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30% ≤ cpu_p95 &lt; 65%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E1B"/>
                </a:solidFill>
              </a:rPr>
              <a:t>● at-risk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172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65% ≤ cpu_p95 &lt; 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● overloaded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6172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cpu_p95 ≥ 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486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Why a decision tree over raw cluster labels? Fast, deterministic, and human-readable at inference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Separation of concerns — each agent owns exactly one responsibility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834640" cy="45720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Orchestrator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834640" cy="4892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Sole interface to the operator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Routes to specialist agents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Enforces HITL gate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Injects long-term memory context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Never touches data or DB directly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34440"/>
            <a:ext cx="283464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Fleet Analyst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91640"/>
            <a:ext cx="2834640" cy="4892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Read-only sensor analysis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compute_utilization_stats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get_fleet_summary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flag_anomalies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classify_ipc (loads pickle)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Returns facts, never 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28346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Recommendation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2834640" cy="4892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Receives Analyst output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score_ipc_urgency (0–100)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generate_rightsizing_plan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rank_fleet_by_priority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check_past_decisions before proposing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2834640" cy="4572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Memory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91640"/>
            <a:ext cx="2834640" cy="4892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All SQLite reads &amp; writes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save_decision (only post-approval)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load_past_decisions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save_operator_preference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get_session_context (session start)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Human-in-the-Loop (HITL)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Enforced architecturally, not just by instruction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645920" cy="731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Operator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23444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30759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"Which IPCs are over-provisioned?"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1645920" cy="73152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86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Orchestrator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10312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17627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Calls Fleet Analyst → classify_ipc for flagged IPCs
Calls load_past_decisions for each IPC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1645920" cy="73152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154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97180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0449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Presents ranked proposals with:
  • classification label
  • CPU p95 value
  • rule that fired
  • recommended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1645920" cy="731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023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Operator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84048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91363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"Approve ITLT4301. Reject ITLT2034 — new line next month."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164592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892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Memory Mgr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70916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78231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save_decision(ITLT4301, status='approved')
save_decision(ITLT2034, status='rejected', note='new line next month')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645920" cy="73152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7607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Next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5577840"/>
            <a:ext cx="978408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565099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load_past_decisions → ITLT2034 not re-suggested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Memory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Short-term for the session · Long-term for operator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Short-Term Memory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LangGraph MessagesState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Full conversation history in every turn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Streamlit session_state holds message list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Scoped per session — cleared on restart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Simple, predictable, no summarisation overhead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Trade-off: ConversationBufferMemory vs ConversationSummaryMemory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→ Buffer chosen: bounded sessions, simpler, more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Long-Term Memory (SQLite)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SQLite file at memory/operations.db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Auto-created on first run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Docker volume-mounted (persists restarts)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decisions table: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id, ipc_id, action, status,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reason, operator_note, timestamp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preferences table: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key, value, updated_at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get_session_context() injects last 10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decisions into Orchestrator system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 &amp; 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Every choice has a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41148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                  Choice                   Rationale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1430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Agent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55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1907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Explicit state machine; interrupt_before for HITL; built-in MessagesState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11430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22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22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Claude (Anthropic)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claude-sonnet-4-5 by default; configurable via ANTHROPIC_MODEL env var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11430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89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sklearn KMeans + 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5292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Trained offline once; loaded as pickle at runtime — zero ML at query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46704"/>
            <a:ext cx="11430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1985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st.chat_input/message — production-grade chat UI in ~50 lines, no Node.js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13632"/>
            <a:ext cx="11430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98678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 config, file-based, ships with Python — sufficient for hundreds of IPCs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11430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90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590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LangFuse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5537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CallbackHandler registered at graph level — all child spans auto-captured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47488"/>
            <a:ext cx="11430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572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Packaging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157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Docker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120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 app service + SQLite volume mount; one command to run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14416"/>
            <a:ext cx="11430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241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Data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724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4E1B"/>
                </a:solidFill>
              </a:rPr>
              <a:t>pandas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68756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sep=';', decimal=',' — European CSV format; cpu_pct = AvgValue / CpuMHz ×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Observability with LangFuse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Every LLM call, tool call, and agent span is traced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943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D700"/>
                </a:solidFill>
              </a:rPr>
              <a:t>Trace: session_{id}</a:t>
            </a:r>
          </a:p>
          <a:p>
            <a:r>
              <a:rPr sz="1200" b="0">
                <a:solidFill>
                  <a:srgbClr val="FFFFFF"/>
                </a:solidFill>
              </a:rPr>
              <a:t>└── Span: orchestrator.run</a:t>
            </a:r>
          </a:p>
          <a:p>
            <a:r>
              <a:rPr sz="1200" b="0">
                <a:solidFill>
                  <a:srgbClr val="CCCCCC"/>
                </a:solidFill>
              </a:rPr>
              <a:t>      ├── Generation: orchestrator.llm_call</a:t>
            </a:r>
          </a:p>
          <a:p>
            <a:r>
              <a:rPr sz="1200" b="0">
                <a:solidFill>
                  <a:srgbClr val="CCCCCC"/>
                </a:solidFill>
              </a:rPr>
              <a:t>      ├── Event: tool.load_past_decisions</a:t>
            </a:r>
          </a:p>
          <a:p>
            <a:r>
              <a:rPr sz="1200" b="0">
                <a:solidFill>
                  <a:srgbClr val="2ECC71"/>
                </a:solidFill>
              </a:rPr>
              <a:t>      ├── Span: fleet_analyst.run</a:t>
            </a:r>
          </a:p>
          <a:p>
            <a:r>
              <a:rPr sz="1200" b="0">
                <a:solidFill>
                  <a:srgbClr val="CCCCCC"/>
                </a:solidFill>
              </a:rPr>
              <a:t>      │     ├── Event: tool.get_fleet_summary</a:t>
            </a:r>
          </a:p>
          <a:p>
            <a:r>
              <a:rPr sz="1200" b="0">
                <a:solidFill>
                  <a:srgbClr val="CCCCCC"/>
                </a:solidFill>
              </a:rPr>
              <a:t>      │     └── Event: tool.classify_ipc × N</a:t>
            </a:r>
          </a:p>
          <a:p>
            <a:r>
              <a:rPr sz="1200" b="0">
                <a:solidFill>
                  <a:srgbClr val="FFD700"/>
                </a:solidFill>
              </a:rPr>
              <a:t>      ├── Span: recommendation_engine.run</a:t>
            </a:r>
          </a:p>
          <a:p>
            <a:r>
              <a:rPr sz="1200" b="0">
                <a:solidFill>
                  <a:srgbClr val="CCCCCC"/>
                </a:solidFill>
              </a:rPr>
              <a:t>      │     ├── Event: tool.check_past_decisions × N</a:t>
            </a:r>
          </a:p>
          <a:p>
            <a:r>
              <a:rPr sz="1200" b="0">
                <a:solidFill>
                  <a:srgbClr val="CCCCCC"/>
                </a:solidFill>
              </a:rPr>
              <a:t>      │     └── Event: tool.generate_rightsizing_plan × N</a:t>
            </a:r>
          </a:p>
          <a:p>
            <a:r>
              <a:rPr sz="1200" b="0">
                <a:solidFill>
                  <a:srgbClr val="E94E1B"/>
                </a:solidFill>
              </a:rPr>
              <a:t>      └── Span: memory_manager.run [if approved]</a:t>
            </a:r>
          </a:p>
          <a:p>
            <a:r>
              <a:rPr sz="1200" b="0">
                <a:solidFill>
                  <a:srgbClr val="CCCCCC"/>
                </a:solidFill>
              </a:rPr>
              <a:t>            └── Event: tool.save_decision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34440"/>
            <a:ext cx="5303520" cy="51206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Setup &amp; Benefits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CallbackHandler registered at graph level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All child spans auto-captured — no per-tool instrumentation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env vars required: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LANGFUSE_PUBLIC_KEY=pk-lf-...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LANGFUSE_SECRET_KEY=sk-lf-...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LANGFUSE_HOST=https://cloud.langfuse.com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Free tier is sufficient for this project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Traces link directly to the session that produced them → easy debugging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• Failure is immediately localised to the failing agent span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Design Decisions &amp;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200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4 agents vs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4389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325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✓ Each agent's prompt is focused; Fleet Analyst callable independently; failure localised in LangFuse traces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34440"/>
            <a:ext cx="402336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258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E1B"/>
                </a:solidFill>
              </a:rPr>
              <a:t>△ More wiring, more prompts to maintain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3200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Data-mined thresholds vs hardcoded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4389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✓ Thresholds emerge from actual fleet behaviour; every recommendation shows the exact rule that fired → operator trust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402336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E1B"/>
                </a:solidFill>
              </a:rPr>
              <a:t>△ Requires offline training step; clusters need human labelling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3200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Streamlit vs 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337560"/>
            <a:ext cx="4389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429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✓ Production-grade chat UI in ~50 lines; no Node.js, no build step; ships with the Python container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337560"/>
            <a:ext cx="402336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E1B"/>
                </a:solidFill>
              </a:rPr>
              <a:t>△ Less control over UI; not suitable for complex interactive dashboards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3200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Offline classifier (pickle) vs live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389120"/>
            <a:ext cx="4389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4805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✓ Classification is microseconds, deterministic, and explainable at 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389120"/>
            <a:ext cx="402336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E1B"/>
                </a:solidFill>
              </a:rPr>
              <a:t>△ Thresholds don't update automatically when new data arrives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40680"/>
            <a:ext cx="3200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SQLite vs external 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440680"/>
            <a:ext cx="4389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✓ File-based, zero config, ships in Python stdlib, persists via Docker volume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440680"/>
            <a:ext cx="402336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5321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E1B"/>
                </a:solidFill>
              </a:rPr>
              <a:t>△ Not suitable if multiple concurrent writers or very large decision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875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98755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9875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Trade-off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80160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71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 agents, who owns what and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029968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121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tree_rules.txt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2140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"The data defined the thresholds — not us"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9776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7121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2779776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8712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Broad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7121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"Which IPCs are over-provisioned?"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9584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210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529584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210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HITL in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62102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Approve one, defer one with a reason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79392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708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4279392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370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New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3708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Ask the same question → agent references the deferral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5029200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120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LangFuse 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20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Click through the session trace, show nested spans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79008"/>
            <a:ext cx="640080" cy="59436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70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5779008"/>
            <a:ext cx="10424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870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Trade-offs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87044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What we built and what we'd add with one more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Fallback: if LangGraph HITL is too complex → agent emits [NEEDS_APPROVAL] prefix, Streamlit holds until operator responds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What We'd Add With One More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Trend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Detect IPCs degrading over time, not just snapshots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Confidence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Distance to decision tree boundary on each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Per-factory breakdowns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Fleet summary drilled down to factory and production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Multi-turn 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"Approve but defer 30 days" → operator can adjust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Auto-retraining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Re-run classifier when fresh sensor data arrives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pytest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Unit tests on compute_utilization_stats, classify_ipc, save_decision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6692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E1B"/>
                </a:solidFill>
              </a:rPr>
              <a:t>Streaming responses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Show agent thinking step-by-step in Streamlit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94E1B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